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0A78"/>
          </a:solidFill>
          <a:ln w="12700">
            <a:solidFill>
              <a:srgbClr val="FF0A7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3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TECHNOLOGY  |  INDIVIDUAL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FORGE STUDIO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website for a game studio, with visitor tracking and A/B testing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Karthick G   |   Roll No: 241001106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Forge Studio is a company profile website for a game studio that I made up. The site shows the studio, its games, team and jobs, and an admin panel is used to manage all of it.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company websites are just static pages. The owner cannot see how many people visit, which pages they open, or whether a change to a page helps.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records how visitors use it and runs an A/B test on a button, so the studio can see which version works better.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AND WEB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banner, games and latest devlogs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studio's games with details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Devlogs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articles about development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and Team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studio story and members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job openings and application form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form to message the studio</a:t>
            </a:r>
            <a:endParaRPr lang="en-US" sz="1400" dirty="0"/>
          </a:p>
        </p:txBody>
      </p:sp>
      <p:pic>
        <p:nvPicPr>
          <p:cNvPr id="6" name="Image 0" descr="/mnt/user-data/uploads/179170153070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4114800" cy="18797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80560" y="34290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with neon colours and pixel-style headings. The layout works on phone, tablet and desktop, and all content is loaded from the back end.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MANAGEMENT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6035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Manager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add, edit and delete games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Devlogs and Updates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write and publish devlog articles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Manager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add members and their social links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and Careers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create openings for the Careers page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Inbox and Applications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read messages and job applications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Settings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change the studio name and contact details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staff can open the admin area. They have to log in first.</a:t>
            </a:r>
            <a:endParaRPr lang="en-US" sz="1300" dirty="0"/>
          </a:p>
        </p:txBody>
      </p:sp>
      <p:pic>
        <p:nvPicPr>
          <p:cNvPr id="7" name="Image 0" descr="/mnt/user-data/uploads/179155930224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280160"/>
            <a:ext cx="1600200" cy="3568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BUILT INTO THE SITE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analytics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recorded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views and sessions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and returning visitors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page, device and browser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visitors came from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like sending the contact form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shows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active right now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for 7, 14 or 30 days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visited pages and bounce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reset button for test data</a:t>
            </a:r>
            <a:endParaRPr lang="en-US" sz="1400" dirty="0"/>
          </a:p>
        </p:txBody>
      </p:sp>
      <p:pic>
        <p:nvPicPr>
          <p:cNvPr id="7" name="Image 0" descr="/mnt/user-data/uploads/1791701867540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4114800" cy="1897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480560" y="34290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dashboard in the admin area, with controls to include or reset test data.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admin makes an experiment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visitor gets version A or B and keeps it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Count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clicks on the goal are counted for each version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results page shows which version did better</a:t>
            </a:r>
            <a:endParaRPr lang="en-US" sz="1400" dirty="0"/>
          </a:p>
        </p:txBody>
      </p:sp>
      <p:pic>
        <p:nvPicPr>
          <p:cNvPr id="6" name="Image 0" descr="/mnt/user-data/uploads/1791701836189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4114800" cy="1874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80560" y="34290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test compares the button text "Play Our Games" (version A) with "Explore the Studio" (version B). The results page also runs a z-test to check if the difference is real.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VISITORS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identity and Pilot Pass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recognition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browser gets a visitor ID saved in a cookie and local storage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session starts after a period of no activity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visitors see a welcome-back message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always sees the same A/B version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can make an optional profile and get a recovery code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restores the profile on a new device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if browser data is cleared and there is no code, the visitor counts as new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PARTS CONNECT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pic>
        <p:nvPicPr>
          <p:cNvPr id="5" name="Image 0" descr="/mnt/user-data/uploads/Pixel_Forge_Studio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623560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55080" y="1280160"/>
            <a:ext cx="2331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React website that visitors and admins use.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Node and Express server. It checks every request and sends it to the right route.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logic for visitor recognition, tracking, the A/B test and login.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SQLite stores the content, visitors, events and test data.</a:t>
            </a:r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visit, tracking event, API, database,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4846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0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0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0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of every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colours, layout and responsive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logic and the tracking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and Vite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pages from components; Vite runs and builds the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between pages without reloading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JavaScript on the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the REST API routes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that stores content, visitors and 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and bcrypt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login tokens and password hashing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front end talks to the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solutions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206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0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0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 fixed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dashboard showed fake numbers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now shows only real tracked data, with empty states.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 were counted on every refresh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visit is now one session, not one page load.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page crashed when data was missing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checks so missing fields do not break the page.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visitor was lost when browser data was cleared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a recovery code to restore the profile.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0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covers web design, front end and back end in one website. The site manages its own content, records visitors and tests two versions of a page.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 Forge Studio</dc:title>
  <dc:subject>PptxGenJS Presentation</dc:subject>
  <dc:creator>PptxGenJS</dc:creator>
  <cp:lastModifiedBy>PptxGenJS</cp:lastModifiedBy>
  <cp:revision>1</cp:revision>
  <dcterms:created xsi:type="dcterms:W3CDTF">2026-10-11T07:11:17Z</dcterms:created>
  <dcterms:modified xsi:type="dcterms:W3CDTF">2026-10-11T07:11:17Z</dcterms:modified>
</cp:coreProperties>
</file>